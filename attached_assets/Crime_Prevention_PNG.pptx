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645920"/>
            <a:ext cx="1280160" cy="128016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3736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shield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7373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PNG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651760" y="2788920"/>
            <a:ext cx="5669280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9260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Crime Reporting &amp; Evidence Submission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51760" y="58521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Expo  |  React Native  |  Node.js  |  PostgreSQL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20040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303520" cy="192024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64592" cy="19202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63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reporting tools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938528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have no easy way to document and report crimes on the spot.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5303520" cy="192024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566160"/>
            <a:ext cx="164592" cy="19202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49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lost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proper capture, critical photo/video/audio evidence is lost before police arrive.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5303520" cy="192024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280160"/>
            <a:ext cx="164592" cy="19202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463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retaliation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1938528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anonymity option prevents people from coming forward with what they know.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566160"/>
            <a:ext cx="5303520" cy="192024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3566160"/>
            <a:ext cx="164592" cy="19202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749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times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4224528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or phone-call reports delay law enforcement response.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2004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PNG is a mobile application that empowers citizens across Papua New Guinea to capture, document, and securely submit crime evidence directly to law enforcement — from anywhere, at any time.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657600" cy="182880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video &amp; audio evidence capture with one tap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377440"/>
            <a:ext cx="3657600" cy="182880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237744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2606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Geotagging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3063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GPS coordinates attached to every piece of evidence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0" y="2377440"/>
            <a:ext cx="3657600" cy="182880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37744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23960" y="2606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Vault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23960" y="3063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on-device gallery to organise and review captured evidence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3657600" cy="182880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38912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4617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5074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reports to Boroko Police, Local Police or Crime Stoppers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89120" y="4389120"/>
            <a:ext cx="3657600" cy="182880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438912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92040" y="4617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92040" y="5074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anonymous reporting option for sensitive tip-offs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321040" y="4389120"/>
            <a:ext cx="3657600" cy="182880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38912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823960" y="4617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23960" y="5074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law enforcement to view and action reports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47472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657600" cy="539496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6576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188720" y="2057400"/>
            <a:ext cx="219456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Full-screen camera UI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86207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Flash on/off toggle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48386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Front &amp; rear camera switch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10565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Instant preview &amp; save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7274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Automatic GPS tag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9120" y="1188720"/>
            <a:ext cx="3657600" cy="539496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188720"/>
            <a:ext cx="3657600" cy="64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20640" y="2057400"/>
            <a:ext cx="2194560" cy="365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One-tap record start/stop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286207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recording timer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348386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Pulse animation indicator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410565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HD capture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47274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GPS tagged on save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21040" y="1188720"/>
            <a:ext cx="3657600" cy="539496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1188720"/>
            <a:ext cx="3657600" cy="640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052560" y="2057400"/>
            <a:ext cx="2194560" cy="3657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22402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Animated waveform display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95360" y="286207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High-quality recording preset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95360" y="348386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 permission auto-request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95360" y="410565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Recording duration counter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95360" y="47274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GPS tagged on save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capture modes automatically request permissions on first launch and attach GPS coordinates silently in the background.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Location Tagging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11247120" cy="9601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164592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164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2984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Permission Request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172821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permission is requested automatically when the Capture screen opens — no manual steps required.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11247120" cy="9601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13432"/>
            <a:ext cx="164592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13432"/>
            <a:ext cx="164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Pre-fetched Coordinates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8072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is fetched in the background as soon as permission is granted, ready before you even press capture.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11247120" cy="9601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92424"/>
            <a:ext cx="164592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92424"/>
            <a:ext cx="164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34564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Geocoding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88620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Lat/long is automatically converted to a human-readable address (e.g. "Waigani Drive, Port Moresby, NCD").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471416"/>
            <a:ext cx="11247120" cy="9601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471416"/>
            <a:ext cx="164592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71416"/>
            <a:ext cx="164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453542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View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496519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with GPS data includes a map pin view so officers can immediately see the incident location.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5550408"/>
            <a:ext cx="11247120" cy="9601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550408"/>
            <a:ext cx="164592" cy="9601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550408"/>
            <a:ext cx="164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" y="56144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Into Submission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604418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and address are included in the submitted report and shown in the admin portal with a Google Maps link.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Management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1480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6858000" cy="160020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Gallery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grid of all captured evidence with thumbnails (mic icon for audio), date, incident type and submission status.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6858000" cy="160020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54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Detail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metadata: incident type, description, custom tags, address. Review GPS before submitting.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6858000" cy="160020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9377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keyword, filter by type (photo/video/audio) or status (draft/sent/failed).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1234440"/>
            <a:ext cx="4114800" cy="534924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per item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0" y="1874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Unique 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22768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Evidence type (photo/video/audio)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26791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File URI on device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30815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Captured timestamp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34838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GPS latitude &amp; longitude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Street address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42885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Incident type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690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Description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50932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 tags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54955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Submission status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5897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Linked report ID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Submission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47472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657600" cy="11887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642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Boroko Police Station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Capital District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657600" cy="11887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642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Police Station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local authority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1554480"/>
            <a:ext cx="3657600" cy="11887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16642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Stoppers Anon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tip 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Flow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11247120" cy="576072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29000"/>
            <a:ext cx="502920" cy="57607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29000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4564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Evidence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345643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captured photo, video or audio clip from the gallery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78224"/>
            <a:ext cx="11247120" cy="576072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78224"/>
            <a:ext cx="502920" cy="57607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78224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1056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0" y="410565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file is securely uploaded to the server; a file URL is returned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727448"/>
            <a:ext cx="11247120" cy="576072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727448"/>
            <a:ext cx="502920" cy="57607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727448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Report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475488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agency, set priority (Low/Medium/High/Critical), add contact details or stay anonymous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376672"/>
            <a:ext cx="11247120" cy="576072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376672"/>
            <a:ext cx="502920" cy="57607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376672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54041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31920" y="5404104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metadata + file URL sent via POST /api/reports to the Express backend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6025896"/>
            <a:ext cx="11247120" cy="576072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6025896"/>
            <a:ext cx="502920" cy="57607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025896"/>
            <a:ext cx="5029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97280" y="6053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931920" y="6053328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marked as "sent", profile submission count incremented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7432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dashboard for law enforcement officers to review and manage submitted evidence reports.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669280" cy="14173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548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93852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Bar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3774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counts of total, pending, reviewed and resolved reports.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5669280" cy="14173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548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95160" y="193852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237744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status, agency, evidence type, priority or date. Full-text search.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5669280" cy="14173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01568"/>
            <a:ext cx="548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351129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Viewer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395020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attached photos inline; play video or audio directly in the browser.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3401568"/>
            <a:ext cx="5669280" cy="14173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401568"/>
            <a:ext cx="548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3511296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Links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950208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geotagged report has a direct Google Maps link to the incident location.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974336"/>
            <a:ext cx="5669280" cy="14173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974336"/>
            <a:ext cx="548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51560" y="508406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Indicator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51560" y="552297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 dot next to the type badge shows when a file has been uploaded.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4974336"/>
            <a:ext cx="5669280" cy="14173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974336"/>
            <a:ext cx="548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995160" y="5084064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95160" y="5522976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report status (Pending / Reviewed / Resolved) from the table or detail modal.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8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at: https://[your-domain].replit.app/admin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65760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669280" cy="16459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64592" cy="16459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Reporting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7830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submit a full report with no personal info. Name, phone and email are all optional and off by default.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5669280" cy="16459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188720"/>
            <a:ext cx="164592" cy="16459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3258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Upload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75120" y="17830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files are uploaded over HTTPS and stored server-side, only accessible via the unique URL returned at upload.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5669280" cy="16459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017520"/>
            <a:ext cx="164592" cy="16459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54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Opt-In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is only captured after explicit system permission. Users who decline can still file complete reports.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3017520"/>
            <a:ext cx="5669280" cy="16459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017520"/>
            <a:ext cx="164592" cy="16459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1546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Security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0" y="36118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sessions are protected with a secret key stored as an environment variable — never in code.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5669280" cy="16459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846320"/>
            <a:ext cx="164592" cy="16459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9834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Restrictions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54406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only accepts requests from known Replit domains, blocking unauthorised cross-origin access.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0" y="4846320"/>
            <a:ext cx="5669280" cy="16459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846320"/>
            <a:ext cx="164592" cy="16459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9834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Storage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75120" y="54406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drafts stay on the device (AsyncStorage). Nothing reaches the server until the user explicitly submits.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65760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3657600" cy="557784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36576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828800"/>
            <a:ext cx="219456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659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Expo SDK 54 + React Native 0.81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Navigation v7 (tabs + stack)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TanStack React Query (server state)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expo-camera, expo-audio, expo-location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Native Reanimated (animations)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1663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AsyncStorage (offline evidence)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Native Maps (map view)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9120" y="1188720"/>
            <a:ext cx="3657600" cy="557784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188720"/>
            <a:ext cx="3657600" cy="640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2984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120640" y="1828800"/>
            <a:ext cx="2194560" cy="36576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9659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Node.js + Express (TypeScript)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0" y="260604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Drizzle ORM + PostgreSQL (Neon)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324612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Multer (file upload handling)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0" y="38862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 API: /api/reports, /api/upload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0" y="452628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 portal served at /admin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0" y="51663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Static Expo bundles at /static-build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0" y="580644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SESSION_SECRET env-var security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321040" y="1188720"/>
            <a:ext cx="3657600" cy="557784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1188720"/>
            <a:ext cx="3657600" cy="640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12984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052560" y="1828800"/>
            <a:ext cx="2194560" cy="3657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19659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Replit (hosting + dev environment)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503920" y="260604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PostgreSQL via DATABASE_URL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503920" y="324612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Static Expo bundle for Expo Go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503920" y="388620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File storage in /uploads directory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503920" y="452628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HTTPS everywhere (Replit proxy)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503920" y="516636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EAS-ready for APK/IPA builds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503920" y="580644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Auto-rebuild on first dev boot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App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2004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11247120" cy="16459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64592" cy="16459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261872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(Replit)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Start the "Start App" workflow — server boots and auto-builds Expo static bundles if needed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Open Expo Go on your phone and scan the QR code from the Replit URL bar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 loads on your device with camera, mic, GPS, and full API access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56032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Hot-reload active — code changes reflect immediately without rescanning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164592" cy="1645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90672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Click "Publish" in Replit to deploy to a .replit.app domain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8404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Build script runs: bundles JS for iOS + Android with production domain URLs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11480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Backend API and admin portal go live at the published domain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8912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Admin portal at https://[your-domain].replit.app/admin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162436"/>
          </a:solidFill>
          <a:ln w="9525">
            <a:solidFill>
              <a:srgbClr val="1E3A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846320"/>
            <a:ext cx="164592" cy="164592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919472"/>
            <a:ext cx="10515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APK Build (EAS)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39496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Install EAS CLI:  npm install -g eas-cli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66928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Login to Expo account:  eas login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94360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APK:  eas build -p android --profile preview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621792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Expo builds in the cloud and provides a direct download link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12192000" cy="914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38928"/>
            <a:ext cx="12192000" cy="36576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Prevention PNG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840480" y="2907792"/>
            <a:ext cx="4572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citizens. Supporting law enforcement. Safer communities.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2026-06-12T01:56:37Z</dcterms:created>
  <dcterms:modified xsi:type="dcterms:W3CDTF">2026-06-12T01:56:37Z</dcterms:modified>
</cp:coreProperties>
</file>